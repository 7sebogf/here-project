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notesMasterIdLst>
    <p:notesMasterId r:id="rId14"/>
  </p:notes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83" r:id="rId12"/>
    <p:sldId id="28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64" autoAdjust="0"/>
    <p:restoredTop sz="94070" autoAdjust="0"/>
  </p:normalViewPr>
  <p:slideViewPr>
    <p:cSldViewPr snapToGrid="0">
      <p:cViewPr varScale="1">
        <p:scale>
          <a:sx n="108" d="100"/>
          <a:sy n="108" d="100"/>
        </p:scale>
        <p:origin x="12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E6B6-5D61-40ED-9AD8-BBAAB708A29C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AE37-CCB3-4251-BDA7-63C2C6DF0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0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8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6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179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144000" cy="1324547"/>
          </a:xfrm>
        </p:spPr>
        <p:txBody>
          <a:bodyPr>
            <a:normAutofit fontScale="90000"/>
          </a:bodyPr>
          <a:lstStyle/>
          <a:p>
            <a:pPr marL="76200" indent="457200" algn="ctr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Отчет в виде презентаций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 </a:t>
            </a:r>
            <a:r>
              <a:rPr lang="ru-RU" sz="18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дисциплине Разработка мобильных приложений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Тема: Мобильно приложения для просмотра музыкального профиля «Музыкальный профиль»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394407" y="5373112"/>
            <a:ext cx="3769189" cy="544108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Баранов Илья Сергеевич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69E0AC8D-41EB-4B15-9496-7DDEAE585766}"/>
              </a:ext>
            </a:extLst>
          </p:cNvPr>
          <p:cNvSpPr txBox="1">
            <a:spLocks/>
          </p:cNvSpPr>
          <p:nvPr/>
        </p:nvSpPr>
        <p:spPr>
          <a:xfrm>
            <a:off x="6096000" y="5917220"/>
            <a:ext cx="6099697" cy="544108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200" indent="457200"/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Обучаюсь по </a:t>
            </a:r>
            <a:r>
              <a:rPr lang="ru-RU" sz="6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sz="6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специальности </a:t>
            </a:r>
            <a:r>
              <a:rPr lang="ru-RU" sz="6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09.02.07 Информационные системы и программирование</a:t>
            </a:r>
          </a:p>
          <a:p>
            <a:pPr>
              <a:lnSpc>
                <a:spcPct val="150000"/>
              </a:lnSpc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6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группы</a:t>
            </a:r>
            <a:r>
              <a:rPr lang="ru-RU" sz="64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53-02</a:t>
            </a:r>
            <a:endParaRPr lang="ru-RU" sz="6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54097" y="133165"/>
            <a:ext cx="3950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работы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633" y="1109709"/>
            <a:ext cx="507802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Цель проекта: </a:t>
            </a:r>
          </a:p>
          <a:p>
            <a:r>
              <a:rPr lang="ru-RU" dirty="0" smtClean="0"/>
              <a:t>это разработка мобильного приложения для просмотра профиля с личной музыкой и статистикой и многим другим так же прослушивание треков. </a:t>
            </a:r>
          </a:p>
          <a:p>
            <a:endParaRPr lang="ru-RU" dirty="0"/>
          </a:p>
          <a:p>
            <a:r>
              <a:rPr lang="ru-RU" b="1" dirty="0" smtClean="0"/>
              <a:t>Задачи работы:</a:t>
            </a:r>
          </a:p>
          <a:p>
            <a:r>
              <a:rPr lang="ru-RU" dirty="0" smtClean="0"/>
              <a:t>1)Сначала я выбрал среду разработки приложения это был </a:t>
            </a:r>
            <a:r>
              <a:rPr lang="en-US" dirty="0" smtClean="0"/>
              <a:t>Visual Studio Code</a:t>
            </a:r>
            <a:r>
              <a:rPr lang="ru-RU" dirty="0" smtClean="0"/>
              <a:t> </a:t>
            </a:r>
            <a:r>
              <a:rPr lang="en-US" dirty="0" smtClean="0"/>
              <a:t>(</a:t>
            </a:r>
            <a:r>
              <a:rPr lang="ru-RU" dirty="0" smtClean="0"/>
              <a:t>язык программирование С</a:t>
            </a:r>
            <a:r>
              <a:rPr lang="en-US" dirty="0" smtClean="0"/>
              <a:t>#).</a:t>
            </a:r>
          </a:p>
          <a:p>
            <a:r>
              <a:rPr lang="en-US" dirty="0" smtClean="0"/>
              <a:t>2)</a:t>
            </a:r>
            <a:r>
              <a:rPr lang="ru-RU" dirty="0" smtClean="0"/>
              <a:t>Так же я подключил базу данных чтобы не хранить данные в модулях и не было системных ошибок.</a:t>
            </a:r>
          </a:p>
          <a:p>
            <a:r>
              <a:rPr lang="ru-RU" dirty="0" smtClean="0"/>
              <a:t>3)Далее я начал разрабатывать само приложение я использовал систему подключение </a:t>
            </a:r>
            <a:r>
              <a:rPr lang="en-US" dirty="0" smtClean="0"/>
              <a:t>ADO-NET </a:t>
            </a:r>
            <a:r>
              <a:rPr lang="ru-RU" dirty="0" smtClean="0"/>
              <a:t>к БД и для реализации всего функционала хватило 5 страниц.</a:t>
            </a:r>
          </a:p>
          <a:p>
            <a:r>
              <a:rPr lang="ru-RU" dirty="0" smtClean="0"/>
              <a:t>4)В конце я подготовил отчет и презентацию для демонстрации моего приложение публике.</a:t>
            </a:r>
          </a:p>
          <a:p>
            <a:endParaRPr lang="ru-RU" dirty="0"/>
          </a:p>
        </p:txBody>
      </p:sp>
      <p:pic>
        <p:nvPicPr>
          <p:cNvPr id="2050" name="Picture 2" descr="https://avatars.mds.yandex.net/i?id=b9723b80a4a54120a2e35fca63b88b3f6ab4800e-7594176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84" y="1109709"/>
            <a:ext cx="4323426" cy="216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780" y="3696324"/>
            <a:ext cx="2067233" cy="2327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5931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994299" y="62144"/>
            <a:ext cx="3950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Немного про БД и аспект проекта 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532" y="1402671"/>
            <a:ext cx="2353003" cy="232442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806" y="1402671"/>
            <a:ext cx="2406839" cy="39461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410" y="4136994"/>
            <a:ext cx="633865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основном это простенькая БД для хранение небольшого количество информации, но если дальше развивать проект нам нужно будет модернизировать ее и улучшать само приложение.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Некоторые аспекты приложения которые будут показаны дальше были для меня в новинку и использовались впервые мной.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основном это связанно с дизайном и мелкими методами программы.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48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12054" y="186432"/>
            <a:ext cx="3950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 приложения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08373" y="1133356"/>
            <a:ext cx="464302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начала мы создаем основу архитектуру приложения все классы все страницы все папки и обязательно все сортируем чтобы в дальнейшем не теряется в редактирование файлов.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представленном скриншоте справа мы можем увидеть всю архитектуру приложения.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рассказывать про все коротко то: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1)Папка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Avatars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хранит картинки с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аватаркой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человека 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2)В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хранятся все нужные классы для подключения БД.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3)В папке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Files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хранится код самой БД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4)Папка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Music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хранит музыку для приложения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Views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 все наши страницы (вкладки) приложения на которых мы видим все: Дизайн, информацию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тд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383" y="1481717"/>
            <a:ext cx="3400900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553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00831" y="62145"/>
            <a:ext cx="3950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 приложения (страница Авторизации)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08373" y="1488463"/>
            <a:ext cx="46430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начала мы разберем страницу авторизации.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Здесь происходить авторизация пользователя в приложение далее пользователя перекидывает на основную страницу.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коде мы будем прописывать метод только для кнопки войти и зарегистрироваться.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Обязательно код должен быть чистым и с комментариями там где будет непонятен тот или иной метод.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Еще нужно использовать минимальную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валидацию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потому что если мы будем писать код без банальных проверок мы не узнаем правильно ли работает программа.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721" y="1488463"/>
            <a:ext cx="3810127" cy="357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55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00831" y="62145"/>
            <a:ext cx="3950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 приложения (страница Регистрация)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54601" y="1905713"/>
            <a:ext cx="46430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Так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же у нас есть страница регистрации пользователя в ней пользователь который впервые знакомится с приложением может зарегистрироваться и потом авторизоваться в приложении.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методы будут прописаны кнопкам 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Зарегистрироваться и войти.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Так же мы не забываем о чистоте кода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комментариях там где они необходимы.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658" y="1248765"/>
            <a:ext cx="2999918" cy="449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443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00831" y="62145"/>
            <a:ext cx="3950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 приложения (страница Вывода данных)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90112" y="1896835"/>
            <a:ext cx="46430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страницей в нашем приложении будет главная страница на ней будет выводится информация и так же будет другой функционал который позволит выполнять методы перехода на страницу профиля и добавление музыки в свой профиль.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Так же мы сможем прослушивать музыку и выходить возвращаться к окну авторизации.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мы захотим узнать сколько мы слушали тот или иной трек мы сможем посмотреть перейдя в личном профиле.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320" y="1091953"/>
            <a:ext cx="3262129" cy="480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6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00831" y="62145"/>
            <a:ext cx="3950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 приложения (страница Добавление музыки)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90112" y="1896835"/>
            <a:ext cx="464302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странице добавление музыки мы можем выбрать название музыки, исполнителя альбома и жанра.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Так же мы можем поставить длительность трека до секунды.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обязательно мы будем брать файл с устройства благодаря строке путь к файлу.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того как мы заполним все поля и добавим трек мы сможем увидеть его на страницы (вывода данных и в личном профиле).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588" y="1094807"/>
            <a:ext cx="3448531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99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00831" y="62145"/>
            <a:ext cx="3950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 приложения (страница Профиля)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8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54601" y="1541494"/>
            <a:ext cx="46430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Заключительной страницей у нас остается это страница Профиля.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Здесь мы можем увидеть что у нас есть функция сменить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аватарку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 любую какую хочет пользователь.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Так же мы можем просмотреть сколько у нас треков и прослушанных часов.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Еще мы можем посмотреть наши любимые треки и наших друзей которые тоже есть в нашем приложении.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(Если дальше развивать приложение можно будет реализовать чат между друзьями и просмотр всех треков ваших друзей и их любимую музыку.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445" y="1140308"/>
            <a:ext cx="3086531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63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00831" y="62145"/>
            <a:ext cx="3950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9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497800" y="884546"/>
            <a:ext cx="46430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заключение я бы хотел подвести итоги проделанной работы. Я разработал приложение которое ведет учет моей любимой музыки при этом все  учитывая мою личную статистику и показывает моих друзей и мой любимые треки. В будущем этот проект можно развивать и модернизировать и довести до совершенства.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476" y="3225033"/>
            <a:ext cx="2233471" cy="291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873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144000" cy="1324547"/>
          </a:xfrm>
        </p:spPr>
        <p:txBody>
          <a:bodyPr>
            <a:normAutofit fontScale="90000"/>
          </a:bodyPr>
          <a:lstStyle/>
          <a:p>
            <a:pPr marL="76200" indent="457200" algn="ctr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Отчет в виде презентаций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 </a:t>
            </a:r>
            <a:r>
              <a:rPr lang="ru-RU" sz="18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дисциплине Разработка мобильных приложений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Тема: Мобильно приложения для просмотра музыкального профиля «Музыкальный профиль»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394407" y="5373112"/>
            <a:ext cx="3769189" cy="544108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Баранов Илья Сергеевич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69E0AC8D-41EB-4B15-9496-7DDEAE585766}"/>
              </a:ext>
            </a:extLst>
          </p:cNvPr>
          <p:cNvSpPr txBox="1">
            <a:spLocks/>
          </p:cNvSpPr>
          <p:nvPr/>
        </p:nvSpPr>
        <p:spPr>
          <a:xfrm>
            <a:off x="6096000" y="5917220"/>
            <a:ext cx="6099697" cy="544108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200" indent="457200"/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Обучаюсь по </a:t>
            </a:r>
            <a:r>
              <a:rPr lang="ru-RU" sz="6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sz="6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специальности </a:t>
            </a:r>
            <a:r>
              <a:rPr lang="ru-RU" sz="6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09.02.07 Информационные системы и программирование</a:t>
            </a:r>
          </a:p>
          <a:p>
            <a:pPr>
              <a:lnSpc>
                <a:spcPct val="150000"/>
              </a:lnSpc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6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группы</a:t>
            </a:r>
            <a:r>
              <a:rPr lang="ru-RU" sz="64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53-02</a:t>
            </a:r>
            <a:endParaRPr lang="ru-RU" sz="6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087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185" y="1278384"/>
            <a:ext cx="7730397" cy="4348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8326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7616</TotalTime>
  <Words>762</Words>
  <Application>Microsoft Office PowerPoint</Application>
  <PresentationFormat>Широкоэкранный</PresentationFormat>
  <Paragraphs>67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Тема1</vt:lpstr>
      <vt:lpstr>  Отчет в виде презентаций по дисциплине Разработка мобильных приложений  Тема: Мобильно приложения для просмотра музыкального профиля «Музыкальный профиль»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  Отчет в виде презентаций по дисциплине Разработка мобильных приложений  Тема: Мобильно приложения для просмотра музыкального профиля «Музыкальный профиль»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creator>Сидякина Анастасия Алексеевна</dc:creator>
  <cp:lastModifiedBy>Баранов Илья Сергеевич</cp:lastModifiedBy>
  <cp:revision>135</cp:revision>
  <dcterms:created xsi:type="dcterms:W3CDTF">2023-01-30T07:02:12Z</dcterms:created>
  <dcterms:modified xsi:type="dcterms:W3CDTF">2026-09-30T09:22:59Z</dcterms:modified>
</cp:coreProperties>
</file>